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F172A"/>
                </a:solidFill>
              </a:defRPr>
            </a:pPr>
            <a:r>
              <a:t>What Did You Learn in This Program?</a:t>
            </a:r>
          </a:p>
          <a:p>
            <a:pPr>
              <a:defRPr sz="1250" i="1">
                <a:solidFill>
                  <a:srgbClr val="475569"/>
                </a:solidFill>
              </a:defRPr>
            </a:pPr>
            <a:r>
              <a:t>Through this program, I gained a foundational introduction to steganography &amp; cybersecurity, built core technical skills, and understood the critical importance of security in enterprise operations — learning to analyze and mitigate real-world vulnerabilities through hands-on engineering.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2140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Multi-Domain Steganography &amp; Frequency Transform Engineering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Implementing Discrete Cosine Transform (DCT) &amp; Discrete Sine Transform (DST) frequency-domain embedding, spatial Least Significant Bit (LSB) manipulation, and Pixel Value Differencing (PVD) edge variance algorithms across image, audio (WAV), video (MP4), and document (PDF) carriers.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063239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99008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Statistical Stegananalysis &amp; Universal Anomaly Inspection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Developing automated Chi-Square (χ²) sample pairs analysis, Shannon entropy scoring (0.0–8.0), and high-frequency coefficient residual scanning to detect third-party hidden payloads and structural container tampering.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3192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587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High-Performance Decoupled Microservice Architecture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Building an asynchronous FastAPI Python 3.14 REST API backend integrated with NumPy and OpenCV (cv2) matrix processing pipelines, engineered with automated CORS policies and stateless REST session tokens.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00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27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Modern Responsive UI Engineering &amp; Liquid Glass Design System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Crafting an immersive macOS Tahoe Liquid Glass user interface with Vite, React 18, and Tailwind CSS, featuring an open-access frictionless workflow, dynamic dark/light theme switching, and live interactive scanning overlays.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669280"/>
            <a:ext cx="347472" cy="34747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961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F172A"/>
                </a:solidFill>
              </a:defRPr>
            </a:pPr>
            <a:r>
              <a:t>Production CI/CD Automation &amp; Distributed Cloud Deployment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Engineering automated GitHub Actions workflows for production bundle compilation, managing single-page application (SPA) routing fallbacks (404.html), and hosting a distributed ecosystem across GitHub Pages (opaquepixel.app) and Render Cloud Web Services.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Purpose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Why Did You Make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" y="20574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Vulnerability of Unencrypted Communication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Traditional file transfers expose plain data to network surveillance and unauthorized interception — OpaquePixel hides secret encrypted payloads inside ordinary multimedia files to ensure undetectable transmission.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46520" y="205740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993392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Need for Compression-Resilient Steganography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Standard spatial LSB methods fail under modern messaging compression — OpaquePixel implements Discrete Cosine Transform (DCT) and F5 matrix algorithms to maintain data integrity across compressed channels.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" y="44348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Detection of Covert Steganographic Threats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Security analysts face difficulty identifying hidden data embedded by malicious tools — OpaquePixel provides automated Chi-Square (χ²) steganalysis and entropy probes to detect covert payloads and container anomalies.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46520" y="4434840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370831"/>
            <a:ext cx="4480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Unified Forensic Dashboard for Security Teams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Eliminates complex command-line overhead by consolidating multi-algorithm encoding, real-time forensic scanning, and automated PDF report generation into a single glassmorphism web platform (opaquepixel.app).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Project Objectives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Did You Make in This Project?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22960" y="215798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93852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Multi-Carrier Steganography Engine — </a:t>
            </a:r>
            <a:r>
              <a:rPr sz="1250">
                <a:solidFill>
                  <a:srgbClr val="475569"/>
                </a:solidFill>
              </a:rPr>
              <a:t>Asynchronous Python backend (routers/hide.py, routers/reveal.py) embedding encrypted payloads inside PNG, JPG, MP4, WAV, and PDF carriers.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3118103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89864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F5 Matrix &amp; Frequency Domain Encoding Core — </a:t>
            </a:r>
            <a:r>
              <a:rPr sz="1250">
                <a:solidFill>
                  <a:srgbClr val="475569"/>
                </a:solidFill>
              </a:rPr>
              <a:t>Advanced spatial and spectral algorithms (F5, DST, LSB, PVD) engineered for compression resilience and high payload security.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22960" y="407822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385876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Automated Stegananalysis &amp; Forensic Audit Probe — </a:t>
            </a:r>
            <a:r>
              <a:rPr sz="1250">
                <a:solidFill>
                  <a:srgbClr val="475569"/>
                </a:solidFill>
              </a:rPr>
              <a:t>Real-time scanning service (routers/scan.py) evaluating Chi-Square (χ²) bit-plane anomalies, Shannon entropy (0.0–8.0), and coefficient perturbations.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70915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" y="5038344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4818888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PDF Forensic Report Generation Utility — </a:t>
            </a:r>
            <a:r>
              <a:rPr sz="1250">
                <a:solidFill>
                  <a:srgbClr val="475569"/>
                </a:solidFill>
              </a:rPr>
              <a:t>Client-side reporting tool (pdfReport.js) synthesizing multi-algorithm audit scores into downloadable, printable forensic compliance reports.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79"/>
            <a:ext cx="11064240" cy="868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2960" y="5998464"/>
            <a:ext cx="201168" cy="20116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5779007"/>
            <a:ext cx="10241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0F172A"/>
                </a:solidFill>
              </a:rPr>
              <a:t>macOS Tahoe Liquid Glass Workspace UI — </a:t>
            </a:r>
            <a:r>
              <a:rPr sz="1250">
                <a:solidFill>
                  <a:srgbClr val="475569"/>
                </a:solidFill>
              </a:rPr>
              <a:t>Modern responsive React 18 interface (opaquepixel.app) featuring open-access workflows, dynamic dark/light theme switching, and live interactive scanning overlays.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Structure of Your Project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Are the Steps You Followed?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01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Media Carrier Selection &amp; Payload Prep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Client-side validation of target carrier format (PNG, JPG, MP4, WAV, PDF) and AES-256 payload encryption parameter initialization.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02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REST API Microservice Dispatch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Asynchronous POST submission (/api/hide, /api/reveal) transmitting multipart form data to the FastAPI Python backend.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96596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Multi-Algorithm Steganography Core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Executing spatial (LSB, PVD) or frequency-domain (F5 Matrix, DST) embedding engines to modify coefficient matrices without visual distortion.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04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Automated Stegananalysis &amp; Forensic Probe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Real-time carrier inspection (/api/scan) performing Chi-Square (χ²) bit-plane auditing, Shannon entropy scoring, and container anomaly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05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Client-Side PDF Audit Report Generation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Synthesizing forensic evaluation scores and container metadata into downloadable, printable compliance reports (pdfReport.js).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206240"/>
            <a:ext cx="3566160" cy="20116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434340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0B981"/>
                </a:solidFill>
              </a:defRPr>
            </a:pPr>
            <a:r>
              <a:t>06</a:t>
            </a:r>
          </a:p>
          <a:p>
            <a:pPr>
              <a:spcAft>
                <a:spcPts val="300"/>
              </a:spcAft>
              <a:defRPr sz="1300" b="1">
                <a:solidFill>
                  <a:srgbClr val="FFFFFF"/>
                </a:solidFill>
              </a:defRPr>
            </a:pPr>
            <a:r>
              <a:t>Distributed CI/CD Cloud Deployment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Automated GitHub Actions production compilation hosting frontend static SPA routes on GitHub Pages (opaquepixel.app) and backend APIs on Render.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Advantages and Limitations of Your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ADVANTAGES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High Payload Security &amp; Compression Resilience (F5 Matrix &amp; DST Encoding)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Universal Stegananalysis Probe (Chi-Square χ² &amp; Entropy Auditing)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Multi-Carrier Format Flexibility (PNG, JPG, WAV, MP4, PDF)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Compliance PDF Audit Report Generation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Open-Access Frictionless UX with Dual Theme Engine (Dark &amp; White)</a:t>
            </a:r>
          </a:p>
          <a:p>
            <a:pPr>
              <a:spcAft>
                <a:spcPts val="1400"/>
              </a:spcAft>
              <a:defRPr sz="1200">
                <a:solidFill>
                  <a:srgbClr val="0F172A"/>
                </a:solidFill>
              </a:defRPr>
            </a:pPr>
            <a:r>
              <a:t>✓   Automated Continuous Cloud Deployment (GitHub Pages &amp; Render Services)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9496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286000"/>
            <a:ext cx="5394960" cy="4114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0292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Extremely destructive image re-compression (e.g. heavy WhatsApp compression) can strip LSB payload bits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Large video and high-resolution carrier uploads require higher network bandwidth</a:t>
            </a:r>
          </a:p>
          <a:p>
            <a:pPr>
              <a:spcAft>
                <a:spcPts val="1800"/>
              </a:spcAft>
              <a:defRPr sz="1200">
                <a:solidFill>
                  <a:srgbClr val="0F172A"/>
                </a:solidFill>
              </a:defRPr>
            </a:pPr>
            <a:r>
              <a:t>✕   Free tier cloud web services (Render) experience cold-start latency after inactivity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475569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475569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0066CC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3000" b="1">
                <a:solidFill>
                  <a:srgbClr val="0F172A"/>
                </a:solidFill>
              </a:defRPr>
            </a:pPr>
            <a:r>
              <a:t>Challenges You Faced</a:t>
            </a:r>
          </a:p>
          <a:p>
            <a:pPr>
              <a:defRPr sz="1600" i="1">
                <a:solidFill>
                  <a:srgbClr val="475569"/>
                </a:solidFill>
              </a:defRPr>
            </a:pPr>
            <a:r>
              <a:t>What Difficulties Did You Face?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9933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Matrix Coefficient Perturbation in Compressed Images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Preventing payload corruption when carrier images undergo lossy JPEG quantization or DCT compression.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engineering F5 Matrix permutation and DST frequency-domain Quantization Index Modulation (QIM).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993392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Detecting Third-Party Steganography without Keys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Auditing carrier images for hidden data inserted by external tools without having access to the encryption password.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using universal Chi-Square (χ²) sample pair distribution analysis and Shannon entropy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59" y="4370831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SPA Routing &amp; Fallbacks on GitHub Pages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Eliminating HTTP 404 File Not Found errors when users reload deep routes or direct links on static cloud hosting.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automating 404.html fallback page generation in GitHub Actions CI/CD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4370831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0F172A"/>
                </a:solidFill>
              </a:defRPr>
            </a:pPr>
            <a:r>
              <a:t>Maintaining High-Contrast Accessibility Across Themes</a:t>
            </a:r>
          </a:p>
          <a:p>
            <a:pPr>
              <a:spcAft>
                <a:spcPts val="600"/>
              </a:spcAft>
              <a:defRPr sz="1100">
                <a:solidFill>
                  <a:srgbClr val="475569"/>
                </a:solidFill>
              </a:defRPr>
            </a:pPr>
            <a:r>
              <a:t>Guaranteeing complete legibility for dark bioluminescent and monochrome white SaaS themes without structural shifts.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✓ Resolved by standardizing unified box-model geometry and dynamic contrast CSS variables.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A8E1"/>
                </a:solidFill>
              </a:defRPr>
            </a:pPr>
            <a:r>
              <a:t>Bharat Cares</a:t>
            </a:r>
          </a:p>
          <a:p>
            <a:pPr>
              <a:defRPr sz="850">
                <a:solidFill>
                  <a:srgbClr val="CBD5E1"/>
                </a:solidFill>
              </a:defRPr>
            </a:pPr>
            <a:r>
              <a:t>by SMEC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82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CBD5E1"/>
                </a:solidFill>
              </a:defRPr>
            </a:pPr>
            <a:r>
              <a:t>In collaboration with</a:t>
            </a:r>
          </a:p>
          <a:p>
            <a:pPr algn="r">
              <a:defRPr sz="2400" b="1">
                <a:solidFill>
                  <a:srgbClr val="60A5FA"/>
                </a:solidFill>
              </a:defRPr>
            </a:pPr>
            <a:r>
              <a:t>IBM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64207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rPr dirty="0"/>
              <a:t>Robust Multi-Domain Steganography Engine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rPr lang="en-IN" dirty="0" err="1"/>
              <a:t>OpaquePixel</a:t>
            </a:r>
            <a:r>
              <a:rPr lang="en-IN" dirty="0"/>
              <a:t> successfully bridges spatial (LSB, PVD) and frequency-domain (F5 Matrix, DST) algorithms to provide undetectable, compression-resilient data embedding across images, audio, video, and documents.</a:t>
            </a:r>
            <a:endParaRPr dirty="0"/>
          </a:p>
        </p:txBody>
      </p:sp>
      <p:sp>
        <p:nvSpPr>
          <p:cNvPr id="8" name="Oval 7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2432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rPr dirty="0"/>
              <a:t>Automated Universal </a:t>
            </a:r>
            <a:r>
              <a:rPr dirty="0" err="1"/>
              <a:t>Stegananalysis</a:t>
            </a:r>
            <a:r>
              <a:rPr dirty="0"/>
              <a:t> Probe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rPr dirty="0"/>
              <a:t>Combines real-time Chi-Square (χ²) bit-plane auditing, Shannon entropy scoring, and structural container inspection to detect covert threats and generate downloadable compliance PDF audit reports.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5760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58444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FFFFFF"/>
                </a:solidFill>
              </a:defRPr>
            </a:pPr>
            <a:r>
              <a:rPr dirty="0"/>
              <a:t>Enterprise Cloud-Ready Ecosystem</a:t>
            </a:r>
          </a:p>
          <a:p>
            <a:pPr>
              <a:defRPr sz="1150">
                <a:solidFill>
                  <a:srgbClr val="CBD5E1"/>
                </a:solidFill>
              </a:defRPr>
            </a:pPr>
            <a:r>
              <a:rPr dirty="0"/>
              <a:t>Delivered as an open-access, decoupled architecture with a modern macOS Tahoe Liquid Glass UI on GitHub Pages (</a:t>
            </a:r>
            <a:r>
              <a:rPr dirty="0" err="1"/>
              <a:t>opaquepixel.app</a:t>
            </a:r>
            <a:r>
              <a:rPr dirty="0"/>
              <a:t>) and a high-performance Python 3.14 </a:t>
            </a:r>
            <a:r>
              <a:rPr dirty="0" err="1"/>
              <a:t>FastAPI</a:t>
            </a:r>
            <a:r>
              <a:rPr dirty="0"/>
              <a:t> backend on Render.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20640"/>
            <a:ext cx="11064240" cy="11887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dirty="0">
                <a:solidFill>
                  <a:srgbClr val="10B981"/>
                </a:solidFill>
              </a:rPr>
              <a:t>FUTURE SCOPE — </a:t>
            </a:r>
            <a:r>
              <a:rPr sz="1300" dirty="0">
                <a:solidFill>
                  <a:srgbClr val="CBD5E1"/>
                </a:solidFill>
              </a:rPr>
              <a:t>Deep neural network (CNN) steganalysis classification models, real-time video stream steganography, and hardware security module (HSM) cryptographic key storage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1282</Words>
  <Application>Microsoft Office PowerPoint</Application>
  <PresentationFormat>Widescreen</PresentationFormat>
  <Paragraphs>123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dharmik suhagiya</cp:lastModifiedBy>
  <cp:revision>2</cp:revision>
  <dcterms:created xsi:type="dcterms:W3CDTF">2013-01-27T09:14:16Z</dcterms:created>
  <dcterms:modified xsi:type="dcterms:W3CDTF">2026-06-29T12:35:50Z</dcterms:modified>
  <cp:category/>
</cp:coreProperties>
</file>