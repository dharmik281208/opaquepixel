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Project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75569"/>
                </a:solidFill>
              </a:defRPr>
            </a:pPr>
            <a:r>
              <a:t>Why Did You Make This Project?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10312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29968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Vulnerability of Unencrypted Communication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Traditional file transfers expose plain data to network surveillance and unauthorized interception — OpaquePixel hides secret encrypted payloads inside ordinary multimedia files to ensure undetectable transmission.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210312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029968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Need for Compression-Resilient Steganography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Standard spatial LSB methods fail under modern messaging compression — OpaquePixel implements Discrete Cosine Transform (DCT) and F5 matrix algorithms to maintain data integrity across compressed channels.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21208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448055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407407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Detection of Covert Steganographic Threats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Security analysts face difficulty identifying hidden data embedded by malicious tools — OpaquePixel provides automated Chi-Square (χ²) steganalysis and entropy probes to detect covert payloads and container anomalies.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06240"/>
            <a:ext cx="521208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4480559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407407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Unified Forensic Dashboard for Security Teams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Eliminates complex command-line overhead by consolidating multi-algorithm encoding, real-time forensic scanning, and automated PDF report generation into a single glassmorphism web platform (opaquepixel.app).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