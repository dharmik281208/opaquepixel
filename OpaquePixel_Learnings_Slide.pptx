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What Did You Learn in This Program?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475569"/>
                </a:solidFill>
              </a:defRPr>
            </a:pPr>
            <a:r>
              <a:t>Through engineering the OpaquePixel Steganography &amp; Digital Forensics Platform, I gained deep expertise in modern cryptography, digital steganalysis, computer vision matrix operations, and cloud microservice deployment — engineering real-world defensive privacy tools.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19456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121408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F172A"/>
                </a:solidFill>
              </a:defRPr>
            </a:pPr>
            <a:r>
              <a:t>Multi-Domain Steganography &amp; Frequency Transform Engineering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Implementing Discrete Cosine Transform (DCT) &amp; Discrete Sine Transform (DST) frequency-domain embedding, spatial Least Significant Bit (LSB) manipulation, and Pixel Value Differencing (PVD) edge variance algorithms across image, audio (WAV), video (MP4), and document (PDF) carriers.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063239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990087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F172A"/>
                </a:solidFill>
              </a:defRPr>
            </a:pPr>
            <a:r>
              <a:t>Statistical Stegananalysis &amp; Universal Anomaly Inspection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Developing automated Chi-Square (χ²) sample pairs analysis, Shannon entropy scoring (0.0–8.0), and high-frequency coefficient residual scanning to detect third-party hidden payloads and structural container tampering.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93192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858768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F172A"/>
                </a:solidFill>
              </a:defRPr>
            </a:pPr>
            <a:r>
              <a:t>High-Performance Decoupled Microservice Architecture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Building an asynchronous FastAPI Python 3.14 REST API backend integrated with NumPy and OpenCV (cv2) matrix processing pipelines, engineered with automated CORS policies and stateless REST session tokens.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8006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727448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F172A"/>
                </a:solidFill>
              </a:defRPr>
            </a:pPr>
            <a:r>
              <a:t>Modern Responsive UI Engineering &amp; Liquid Glass Design System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Crafting an immersive macOS Tahoe Liquid Glass user interface with Vite, React 18, and Tailwind CSS, featuring an open-access frictionless workflow, dynamic dark/light theme switching, and live interactive scanning overlays.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566928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596128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F172A"/>
                </a:solidFill>
              </a:defRPr>
            </a:pPr>
            <a:r>
              <a:t>Production CI/CD Automation &amp; Distributed Cloud Deployment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Engineering automated GitHub Actions workflows for production bundle compilation, managing single-page application (SPA) routing fallbacks (404.html), and hosting a distributed ecosystem across GitHub Pages (opaquepixel.app) and Render Cloud Web Services.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