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0F172A"/>
                </a:solidFill>
              </a:defRPr>
            </a:pPr>
            <a:r>
              <a:t>What Did You Learn in This Program?</a:t>
            </a:r>
          </a:p>
          <a:p>
            <a:pPr>
              <a:defRPr sz="1250" i="1">
                <a:solidFill>
                  <a:srgbClr val="475569"/>
                </a:solidFill>
              </a:defRPr>
            </a:pPr>
            <a:r>
              <a:t>Through this program, I gained a foundational introduction to steganography &amp; cybersecurity, built core technical skills, and understood the critical importance of security in enterprise operations — learning to analyze and mitigate real-world vulnerabilities through hands-on engineering.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9456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214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Multi-Domain Steganography &amp; Frequency Transform Engineering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Implementing Discrete Cosine Transform (DCT) &amp; Discrete Sine Transform (DST) frequency-domain embedding, spatial Least Significant Bit (LSB) manipulation, and Pixel Value Differencing (PVD) edge variance algorithms across image, audio (WAV), video (MP4), and document (PDF) carriers.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63239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90087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Statistical Stegananalysis &amp; Universal Anomaly Inspection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Developing automated Chi-Square (χ²) sample pairs analysis, Shannon entropy scoring (0.0–8.0), and high-frequency coefficient residual scanning to detect third-party hidden payloads and structural container tampering.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3192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587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High-Performance Decoupled Microservice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Building an asynchronous FastAPI Python 3.14 REST API backend integrated with NumPy and OpenCV (cv2) matrix processing pipelines, engineered with automated CORS policies and stateless REST session tokens.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0060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2744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Modern Responsive UI Engineering &amp; Liquid Glass Design System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Crafting an immersive macOS Tahoe Liquid Glass user interface with Vite, React 18, and Tailwind CSS, featuring an open-access frictionless workflow, dynamic dark/light theme switching, and live interactive scanning overlays.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66928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961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Production CI/CD Automation &amp; Distributed Cloud Deployment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Engineering automated GitHub Actions workflows for production bundle compilation, managing single-page application (SPA) routing fallbacks (404.html), and hosting a distributed ecosystem across GitHub Pages (opaquepixel.app) and Render Cloud Web Services.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Project Purpose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Why Did You Make This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93392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Vulnerability of Unencrypted Communication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Traditional file transfers expose plain data to network surveillance and unauthorized interception — OpaquePixel hides secret encrypted payloads inside ordinary multimedia files to ensure undetectable transmission.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205740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93392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Need for Compression-Resilient Steganography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Standard spatial LSB methods fail under modern messaging compression — OpaquePixel implements Discrete Cosine Transform (DCT) and F5 matrix algorithms to maintain data integrity across compressed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44348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70831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Detection of Covert Steganographic Threats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Security analysts face difficulty identifying hidden data embedded by malicious tools — OpaquePixel provides automated Chi-Square (χ²) steganalysis and entropy probes to detect covert payloads and container anomalies.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443484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370831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Unified Forensic Dashboard for Security Teams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Eliminates complex command-line overhead by consolidating multi-algorithm encoding, real-time forensic scanning, and automated PDF report generation into a single glassmorphism web platform (opaquepixel.app).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Project Objectives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What Did You Make in This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5798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3852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Multi-Carrier Steganography Engine — </a:t>
            </a:r>
            <a:r>
              <a:rPr sz="1250">
                <a:solidFill>
                  <a:srgbClr val="475569"/>
                </a:solidFill>
              </a:rPr>
              <a:t>Asynchronous Python backend (routers/hide.py, routers/reveal.py) embedding encrypted payloads inside PNG, JPG, MP4, WAV, and PDF carriers.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118103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986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F5 Matrix &amp; Frequency Domain Encoding Core — </a:t>
            </a:r>
            <a:r>
              <a:rPr sz="1250">
                <a:solidFill>
                  <a:srgbClr val="475569"/>
                </a:solidFill>
              </a:rPr>
              <a:t>Advanced spatial and spectral algorithms (F5, DST, LSB, PVD) engineered for compression resilience and high payload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407822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8587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Automated Stegananalysis &amp; Forensic Audit Probe — </a:t>
            </a:r>
            <a:r>
              <a:rPr sz="1250">
                <a:solidFill>
                  <a:srgbClr val="475569"/>
                </a:solidFill>
              </a:rPr>
              <a:t>Real-time scanning service (routers/scan.py) evaluating Chi-Square (χ²) bit-plane anomalies, Shannon entropy (0.0–8.0), and coefficient perturbations.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5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5038344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1888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PDF Forensic Report Generation Utility — </a:t>
            </a:r>
            <a:r>
              <a:rPr sz="1250">
                <a:solidFill>
                  <a:srgbClr val="475569"/>
                </a:solidFill>
              </a:rPr>
              <a:t>Client-side reporting tool (pdfReport.js) synthesizing multi-algorithm audit scores into downloadable, printable forensic compliance reports.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7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599846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779007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macOS Tahoe Liquid Glass Workspace UI — </a:t>
            </a:r>
            <a:r>
              <a:rPr sz="1250">
                <a:solidFill>
                  <a:srgbClr val="475569"/>
                </a:solidFill>
              </a:rPr>
              <a:t>Modern responsive React 18 interface (opaquepixel.app) featuring open-access workflows, dynamic dark/light theme switching, and live interactive scanning overlays.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Structure of Your Project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What Are the Steps You Followed?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Media Carrier Selection &amp; Payload Prep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Client-side validation of target carrier format (PNG, JPG, MP4, WAV, PDF) and AES-256 payload encryption parameter initialization.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REST API Microservice Dispatch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Asynchronous POST submission (/api/hide, /api/reveal) transmitting multipart form data to the FastAPI Python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Multi-Algorithm Steganography Core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Executing spatial (LSB, PVD) or frequency-domain (F5 Matrix, DST) embedding engines to modify coefficient matrices without visual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Automated Stegananalysis &amp; Forensic Probe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Real-time carrier inspection (/api/scan) performing Chi-Square (χ²) bit-plane auditing, Shannon entropy scoring, and container anomaly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05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Client-Side PDF Audit Report Generation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Synthesizing forensic evaluation scores and container metadata into downloadable, printable compliance reports (pdfReport.js).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06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Distributed CI/CD Cloud Deployment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Automated GitHub Actions production compilation hosting frontend static SPA routes on GitHub Pages (opaquepixel.app) and backend APIs on Render.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