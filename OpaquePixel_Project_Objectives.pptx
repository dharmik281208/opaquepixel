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75569"/>
                </a:solidFill>
              </a:defRPr>
            </a:pPr>
            <a:r>
              <a:t>What Did You Make in This Project?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14884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93852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Multi-Carrier Steganography Engine — </a:t>
            </a:r>
            <a:r>
              <a:rPr sz="1300">
                <a:solidFill>
                  <a:srgbClr val="475569"/>
                </a:solidFill>
              </a:rPr>
              <a:t>Asynchronous Python backend (routers/hide.py, routers/reveal.py) embedding encrypted payloads inside PNG, JPG, MP4, WAV, and PDF carriers.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728655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310896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89864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F5 Matrix &amp; Frequency Domain Encoding Core — </a:t>
            </a:r>
            <a:r>
              <a:rPr sz="1300">
                <a:solidFill>
                  <a:srgbClr val="475569"/>
                </a:solidFill>
              </a:rPr>
              <a:t>Advanced spatial and spectral algorithms (F5, DST, LSB, PVD) engineered for compression resilience and high payload security.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10728655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4069079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85876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Automated Stegananalysis &amp; Forensic Audit Probe — </a:t>
            </a:r>
            <a:r>
              <a:rPr sz="1300">
                <a:solidFill>
                  <a:srgbClr val="475569"/>
                </a:solidFill>
              </a:rPr>
              <a:t>Real-time scanning service (routers/scan.py) evaluating Chi-Square (χ²) bit-plane anomalies, Shannon entropy (0.0–8.0), and coefficient perturbations.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9159"/>
            <a:ext cx="10728655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5029199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81888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PDF Forensic Report Generation Utility — </a:t>
            </a:r>
            <a:r>
              <a:rPr sz="1300">
                <a:solidFill>
                  <a:srgbClr val="475569"/>
                </a:solidFill>
              </a:rPr>
              <a:t>Client-side reporting tool (pdfReport.js) synthesizing multi-algorithm audit scores into downloadable, printable forensic compliance reports.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79"/>
            <a:ext cx="10728655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989319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779007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macOS Tahoe Liquid Glass Workspace UI — </a:t>
            </a:r>
            <a:r>
              <a:rPr sz="1300">
                <a:solidFill>
                  <a:srgbClr val="475569"/>
                </a:solidFill>
              </a:rPr>
              <a:t>Modern responsive React 18 interface (opaquepixel.app) featuring open-access workflows, dynamic dark/light theme switching, and live interactive scanning overlays.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