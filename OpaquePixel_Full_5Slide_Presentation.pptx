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t>What Did You Learn in This Program?</a:t>
            </a:r>
          </a:p>
          <a:p>
            <a:pPr>
              <a:defRPr sz="1250" i="1">
                <a:solidFill>
                  <a:srgbClr val="475569"/>
                </a:solidFill>
              </a:defRPr>
            </a:pPr>
            <a:r>
              <a:t>Through this program, I gained a foundational introduction to steganography &amp; cybersecurity, built core technical skills, and understood the critical importance of security in enterprise operations — learning to analyze and mitigate real-world vulnerabilities through hands-on engineering.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Multi-Domain Steganography &amp; Frequency Transform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63239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Statistical Stegananalysis &amp; Universal Anomaly Inspection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High-Performance Decoupled Microservice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Building an asynchronous FastAPI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Modern Responsive UI Engineering &amp; Liquid Glass Design System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692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Production CI/CD Automation &amp; Distributed Cloud Deployment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Engineering automated GitHub Actions workflows for production bundle compilation, managing single-page application (SPA) routing fallbacks (404.html), and hosting a distributed ecosystem across GitHub Pages (opaquepixel.app) and Render Cloud Web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Purpose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44348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579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25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118103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25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25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50383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18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25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7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5998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7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25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Structure of Your Project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Are the Steps You Followed?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Media Carrier Selection &amp; Payload Prep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Client-side validation of target carrier format (PNG, JPG, MP4, WAV, PDF) and AES-256 payload encryption parameter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REST API Microservice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Asynchronous POST submission (/api/hide, /api/reveal) transmitting multipart form data to the FastAPI Python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Multi-Algorithm Steganography Core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Executing spatial (LSB, PVD) or frequency-domain (F5 Matrix, DST) embedding engines to modify coefficient matrices without visual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Automated Stegananalysis &amp; Forensic Probe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Real-time carrier inspection (/api/scan) performing Chi-Square (χ²) bit-plane auditing, Shannon entropy scoring, and container anomaly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Client-Side PDF Audit Report Generation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Synthesizing forensic evaluation scores and container metadata into downloadable, printable compliance reports (pdfReport.js).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Distributed CI/CD Cloud Deployment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GitHub Actions production compilation hosting frontend static SPA routes on GitHub Pages (opaquepixel.app) and backend APIs on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Advantages and Limitations of Your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High Payload Security &amp; Compression Resilience (F5 Matrix &amp; DST Encoding)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Universal Stegananalysis Probe (Chi-Square χ² &amp; Entropy Auditing)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Multi-Carrier Format Flexibility (PNG, JPG, WAV, MP4, PDF)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Compliance PDF Audit Report Generation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Open-Access Frictionless UX with Dual Theme Engine (Dark &amp; White)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Continuous Cloud Deployment (GitHub Pages &amp; Render Services)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Extremely destructive image re-compression (e.g. heavy WhatsApp compression) can strip LSB payload bits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Large video and high-resolution carrier uploads require higher network bandwidth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Free tier cloud web services (Render) experience cold-start latency after inactivity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