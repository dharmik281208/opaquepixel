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A8E1"/>
                </a:solidFill>
              </a:defRPr>
            </a:pPr>
            <a:r>
              <a:t>Bharat Cares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by SMEC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828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475569"/>
                </a:solidFill>
              </a:defRPr>
            </a:pPr>
            <a:r>
              <a:t>In collaboration with</a:t>
            </a:r>
          </a:p>
          <a:p>
            <a:pPr algn="r">
              <a:defRPr sz="2400" b="1">
                <a:solidFill>
                  <a:srgbClr val="0066CC"/>
                </a:solidFill>
              </a:defRPr>
            </a:pPr>
            <a:r>
              <a:t>IBM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0F172A"/>
                </a:solidFill>
              </a:defRPr>
            </a:pPr>
            <a:r>
              <a:rPr dirty="0"/>
              <a:t>What Did You Learn in This Program?</a:t>
            </a:r>
          </a:p>
          <a:p>
            <a:pPr>
              <a:defRPr sz="1250" i="1">
                <a:solidFill>
                  <a:srgbClr val="475569"/>
                </a:solidFill>
              </a:defRPr>
            </a:pPr>
            <a:r>
              <a:rPr dirty="0"/>
              <a:t>Through this program, I gained a foundational introduction to steganography &amp; cybersecurity, built core technical skills, and understood the critical importance of security in enterprise operations — learning to analyze and mitigate real-world vulnerabilities through hands-on engineering.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194560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2140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F172A"/>
                </a:solidFill>
              </a:defRPr>
            </a:pPr>
            <a:r>
              <a:rPr dirty="0"/>
              <a:t>Multi-Domain Steganography &amp; Frequency Transform Engineering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rPr dirty="0"/>
              <a:t>Implementing Discrete Cosine Transform (DCT) &amp; Discrete Sine Transform (DST) frequency-domain embedding, spatial Least Significant Bit (LSB) manipulation, and Pixel Value Differencing (PVD) edge variance algorithms across image, audio (WAV), video (MP4), and document (PDF) carriers.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063239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90087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F172A"/>
                </a:solidFill>
              </a:defRPr>
            </a:pPr>
            <a:r>
              <a:rPr dirty="0"/>
              <a:t>Statistical </a:t>
            </a:r>
            <a:r>
              <a:rPr dirty="0" err="1"/>
              <a:t>Stegananalysis</a:t>
            </a:r>
            <a:r>
              <a:rPr dirty="0"/>
              <a:t> &amp; Universal Anomaly Inspection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rPr dirty="0"/>
              <a:t>Developing automated Chi-Square (χ²) sample pairs analysis, Shannon entropy scoring (0.0–8.0), and high-frequency coefficient residual scanning to detect third-party hidden payloads and structural container tampering.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931920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5876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F172A"/>
                </a:solidFill>
              </a:defRPr>
            </a:pPr>
            <a:r>
              <a:rPr lang="en-IN" dirty="0"/>
              <a:t>High-Performance Decoupled Microservice Architecture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rPr dirty="0"/>
              <a:t>Building an asynchronous </a:t>
            </a:r>
            <a:r>
              <a:rPr dirty="0" err="1"/>
              <a:t>FastAPI</a:t>
            </a:r>
            <a:r>
              <a:rPr dirty="0"/>
              <a:t> Python 3.14 REST API backend integrated with NumPy and OpenCV (cv2) matrix processing pipelines, engineered with automated CORS policies and stateless REST session tokens.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800600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72744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F172A"/>
                </a:solidFill>
              </a:defRPr>
            </a:pPr>
            <a:r>
              <a:rPr dirty="0"/>
              <a:t>Modern Responsive UI Engineering &amp; Liquid Glass Design System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rPr dirty="0"/>
              <a:t>Crafting an immersive macOS Tahoe Liquid Glass user interface with Vite, React 18, and Tailwind CSS, featuring an open-access frictionless workflow, dynamic dark/light theme switching, and live interactive scanning overlays.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669280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59612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F172A"/>
                </a:solidFill>
              </a:defRPr>
            </a:pPr>
            <a:r>
              <a:rPr dirty="0"/>
              <a:t>Production CI/CD Automation &amp; Distributed Cloud Deployment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rPr dirty="0"/>
              <a:t>Engineering automated GitHub Actions workflows for production bundle compilation, managing single-page application (SPA) routing fallbacks (404.html), and hosting a distributed ecosystem across GitHub Pages (</a:t>
            </a:r>
            <a:r>
              <a:rPr dirty="0" err="1"/>
              <a:t>opaquepixel.app</a:t>
            </a:r>
            <a:r>
              <a:rPr dirty="0"/>
              <a:t>) and Render Cloud Web Services.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A8E1"/>
                </a:solidFill>
              </a:defRPr>
            </a:pPr>
            <a:r>
              <a:t>Bharat Cares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by SMEC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828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475569"/>
                </a:solidFill>
              </a:defRPr>
            </a:pPr>
            <a:r>
              <a:t>In collaboration with</a:t>
            </a:r>
          </a:p>
          <a:p>
            <a:pPr algn="r">
              <a:defRPr sz="2400" b="1">
                <a:solidFill>
                  <a:srgbClr val="0066CC"/>
                </a:solidFill>
              </a:defRPr>
            </a:pPr>
            <a:r>
              <a:t>IBM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3000" b="1">
                <a:solidFill>
                  <a:srgbClr val="0F172A"/>
                </a:solidFill>
              </a:defRPr>
            </a:pPr>
            <a:r>
              <a:t>Project Purpose</a:t>
            </a:r>
          </a:p>
          <a:p>
            <a:pPr>
              <a:defRPr sz="1600" i="1">
                <a:solidFill>
                  <a:srgbClr val="475569"/>
                </a:solidFill>
              </a:defRPr>
            </a:pPr>
            <a:r>
              <a:t>Why Did You Make This Project?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94960" cy="2011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05740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993392"/>
            <a:ext cx="4480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F172A"/>
                </a:solidFill>
              </a:defRPr>
            </a:pPr>
            <a:r>
              <a:t>Vulnerability of Unencrypted Communication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Traditional file transfers expose plain data to network surveillance and unauthorized interception — OpaquePixel hides secret encrypted payloads inside ordinary multimedia files to ensure undetectable transmission.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94960" cy="2011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46520" y="205740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993392"/>
            <a:ext cx="4480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F172A"/>
                </a:solidFill>
              </a:defRPr>
            </a:pPr>
            <a:r>
              <a:t>Need for Compression-Resilient Steganography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Standard spatial LSB methods fail under modern messaging compression — OpaquePixel implements Discrete Cosine Transform (DCT) and F5 matrix algorithms to maintain data integrity across compressed channels.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06240"/>
            <a:ext cx="5394960" cy="2011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77240" y="443484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370831"/>
            <a:ext cx="4480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F172A"/>
                </a:solidFill>
              </a:defRPr>
            </a:pPr>
            <a:r>
              <a:t>Detection of Covert Steganographic Threats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Security analysts face difficulty identifying hidden data embedded by malicious tools — OpaquePixel provides automated Chi-Square (χ²) steganalysis and entropy probes to detect covert payloads and container anomalies.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206240"/>
            <a:ext cx="5394960" cy="2011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446520" y="443484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4370831"/>
            <a:ext cx="4480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F172A"/>
                </a:solidFill>
              </a:defRPr>
            </a:pPr>
            <a:r>
              <a:t>Unified Forensic Dashboard for Security Teams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Eliminates complex command-line overhead by consolidating multi-algorithm encoding, real-time forensic scanning, and automated PDF report generation into a single glassmorphism web platform (opaquepixel.app).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A8E1"/>
                </a:solidFill>
              </a:defRPr>
            </a:pPr>
            <a:r>
              <a:t>Bharat Cares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by SMEC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828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475569"/>
                </a:solidFill>
              </a:defRPr>
            </a:pPr>
            <a:r>
              <a:t>In collaboration with</a:t>
            </a:r>
          </a:p>
          <a:p>
            <a:pPr algn="r">
              <a:defRPr sz="2400" b="1">
                <a:solidFill>
                  <a:srgbClr val="0066CC"/>
                </a:solidFill>
              </a:defRPr>
            </a:pPr>
            <a:r>
              <a:t>IBM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3000" b="1">
                <a:solidFill>
                  <a:srgbClr val="0F172A"/>
                </a:solidFill>
              </a:defRPr>
            </a:pPr>
            <a:r>
              <a:t>Project Objectives</a:t>
            </a:r>
          </a:p>
          <a:p>
            <a:pPr>
              <a:defRPr sz="1600" i="1">
                <a:solidFill>
                  <a:srgbClr val="475569"/>
                </a:solidFill>
              </a:defRPr>
            </a:pPr>
            <a:r>
              <a:t>What Did You Make in This Project?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1064240" cy="868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60" y="2157984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1938528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0F172A"/>
                </a:solidFill>
              </a:rPr>
              <a:t>Multi-Carrier Steganography Engine — </a:t>
            </a:r>
            <a:r>
              <a:rPr sz="1250">
                <a:solidFill>
                  <a:srgbClr val="475569"/>
                </a:solidFill>
              </a:rPr>
              <a:t>Asynchronous Python backend (routers/hide.py, routers/reveal.py) embedding encrypted payloads inside PNG, JPG, MP4, WAV, and PDF carriers.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88920"/>
            <a:ext cx="11064240" cy="868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22960" y="3118103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2898648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0F172A"/>
                </a:solidFill>
              </a:rPr>
              <a:t>F5 Matrix &amp; Frequency Domain Encoding Core — </a:t>
            </a:r>
            <a:r>
              <a:rPr sz="1250">
                <a:solidFill>
                  <a:srgbClr val="475569"/>
                </a:solidFill>
              </a:rPr>
              <a:t>Advanced spatial and spectral algorithms (F5, DST, LSB, PVD) engineered for compression resilience and high payload security.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49039"/>
            <a:ext cx="11064240" cy="868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22960" y="4078224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3858768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0F172A"/>
                </a:solidFill>
              </a:rPr>
              <a:t>Automated Stegananalysis &amp; Forensic Audit Probe — </a:t>
            </a:r>
            <a:r>
              <a:rPr sz="1250">
                <a:solidFill>
                  <a:srgbClr val="475569"/>
                </a:solidFill>
              </a:rPr>
              <a:t>Real-time scanning service (routers/scan.py) evaluating Chi-Square (χ²) bit-plane anomalies, Shannon entropy (0.0–8.0), and coefficient perturbations.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09159"/>
            <a:ext cx="11064240" cy="868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22960" y="5038344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88720" y="4818888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0F172A"/>
                </a:solidFill>
              </a:rPr>
              <a:t>PDF Forensic Report Generation Utility — </a:t>
            </a:r>
            <a:r>
              <a:rPr sz="1250">
                <a:solidFill>
                  <a:srgbClr val="475569"/>
                </a:solidFill>
              </a:rPr>
              <a:t>Client-side reporting tool (pdfReport.js) synthesizing multi-algorithm audit scores into downloadable, printable forensic compliance reports.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669279"/>
            <a:ext cx="11064240" cy="868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22960" y="5998464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5779007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0F172A"/>
                </a:solidFill>
              </a:rPr>
              <a:t>macOS Tahoe Liquid Glass Workspace UI — </a:t>
            </a:r>
            <a:r>
              <a:rPr sz="1250">
                <a:solidFill>
                  <a:srgbClr val="475569"/>
                </a:solidFill>
              </a:rPr>
              <a:t>Modern responsive React 18 interface (opaquepixel.app) featuring open-access workflows, dynamic dark/light theme switching, and live interactive scanning overlays.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632</Words>
  <Application>Microsoft Office PowerPoint</Application>
  <PresentationFormat>Widescreen</PresentationFormat>
  <Paragraphs>50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dharmik suhagiya</cp:lastModifiedBy>
  <cp:revision>2</cp:revision>
  <dcterms:created xsi:type="dcterms:W3CDTF">2013-01-27T09:14:16Z</dcterms:created>
  <dcterms:modified xsi:type="dcterms:W3CDTF">2026-06-29T12:22:11Z</dcterms:modified>
  <cp:category/>
</cp:coreProperties>
</file>